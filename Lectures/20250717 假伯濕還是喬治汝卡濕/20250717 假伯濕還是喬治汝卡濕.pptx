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9" r:id="rId3"/>
    <p:sldId id="260" r:id="rId4"/>
    <p:sldId id="263" r:id="rId5"/>
    <p:sldId id="264" r:id="rId6"/>
    <p:sldId id="262" r:id="rId7"/>
    <p:sldId id="266" r:id="rId8"/>
    <p:sldId id="265" r:id="rId9"/>
    <p:sldId id="267" r:id="rId10"/>
    <p:sldId id="268" r:id="rId11"/>
    <p:sldId id="269" r:id="rId12"/>
    <p:sldId id="270" r:id="rId13"/>
    <p:sldId id="271" r:id="rId14"/>
    <p:sldId id="272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0"/>
    <p:restoredTop sz="96286"/>
  </p:normalViewPr>
  <p:slideViewPr>
    <p:cSldViewPr snapToGrid="0">
      <p:cViewPr varScale="1">
        <p:scale>
          <a:sx n="106" d="100"/>
          <a:sy n="106" d="100"/>
        </p:scale>
        <p:origin x="24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0C87D6-C7E9-AFF2-F50E-DF68611BEB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729" y="1122363"/>
            <a:ext cx="11546541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873D9AF-F6F9-A106-64DE-1F75B3CC9A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2729" y="3602038"/>
            <a:ext cx="1154654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9978792-2746-893A-4304-2831F61E7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00388-7A7F-6140-BD31-ECC958CE6EBB}" type="datetimeFigureOut">
              <a:rPr kumimoji="1" lang="zh-TW" altLang="en-US" smtClean="0"/>
              <a:t>2025/7/16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DAD1400-6A44-9DDD-B003-B1CED56F0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DE419FF-BEB9-2202-885D-6DED67F78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0ED97-26B9-084B-9516-AB8F742B6D2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59443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F3655C-87EA-4306-55FE-84201C474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99C9A5-D654-4E08-0748-286A82A98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8AFC3D3-E867-A79C-751B-A29BC828B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00388-7A7F-6140-BD31-ECC958CE6EBB}" type="datetimeFigureOut">
              <a:rPr kumimoji="1" lang="zh-TW" altLang="en-US" smtClean="0"/>
              <a:t>2025/7/16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F4AECFD-E845-4442-4D0B-84E46627E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8683CE7-33E5-8901-66D3-E0003C32E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0ED97-26B9-084B-9516-AB8F742B6D2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50963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F3655C-87EA-4306-55FE-84201C474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8AFC3D3-E867-A79C-751B-A29BC828B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00388-7A7F-6140-BD31-ECC958CE6EBB}" type="datetimeFigureOut">
              <a:rPr kumimoji="1" lang="zh-TW" altLang="en-US" smtClean="0"/>
              <a:t>2025/7/16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F4AECFD-E845-4442-4D0B-84E46627E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8683CE7-33E5-8901-66D3-E0003C32E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0ED97-26B9-084B-9516-AB8F742B6D2B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9" name="內容版面配置區 8">
            <a:extLst>
              <a:ext uri="{FF2B5EF4-FFF2-40B4-BE49-F238E27FC236}">
                <a16:creationId xmlns:a16="http://schemas.microsoft.com/office/drawing/2014/main" id="{8E66B56D-C8AA-CB34-B3B3-B3AA41D572B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2263" y="1908175"/>
            <a:ext cx="11547475" cy="4343400"/>
          </a:xfrm>
          <a:solidFill>
            <a:schemeClr val="accent3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b="0" i="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457200" indent="0">
              <a:buNone/>
              <a:defRPr b="0" i="0"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914400" indent="0">
              <a:buNone/>
              <a:defRPr b="0" i="0"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1371600" indent="0">
              <a:buNone/>
              <a:defRPr b="0" i="0"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828800" indent="0">
              <a:buNone/>
              <a:defRPr b="0" i="0"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19299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99C9A5-D654-4E08-0748-286A82A98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729" y="365125"/>
            <a:ext cx="11553713" cy="58118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8AFC3D3-E867-A79C-751B-A29BC828B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00388-7A7F-6140-BD31-ECC958CE6EBB}" type="datetimeFigureOut">
              <a:rPr kumimoji="1" lang="zh-TW" altLang="en-US" smtClean="0"/>
              <a:t>2025/7/16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F4AECFD-E845-4442-4D0B-84E46627E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8683CE7-33E5-8901-66D3-E0003C32E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0ED97-26B9-084B-9516-AB8F742B6D2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14026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99C9A5-D654-4E08-0748-286A82A98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729" y="365125"/>
            <a:ext cx="11553713" cy="5811838"/>
          </a:xfrm>
          <a:solidFill>
            <a:schemeClr val="accent3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b="0" i="0">
                <a:latin typeface="Menlo" panose="020B0609030804020204" pitchFamily="49" charset="0"/>
                <a:cs typeface="Menlo" panose="020B0609030804020204" pitchFamily="49" charset="0"/>
              </a:defRPr>
            </a:lvl1pPr>
            <a:lvl2pPr marL="457200" indent="0">
              <a:buNone/>
              <a:defRPr b="0" i="0">
                <a:latin typeface="Menlo" panose="020B0609030804020204" pitchFamily="49" charset="0"/>
                <a:cs typeface="Menlo" panose="020B0609030804020204" pitchFamily="49" charset="0"/>
              </a:defRPr>
            </a:lvl2pPr>
            <a:lvl3pPr marL="914400" indent="0">
              <a:buNone/>
              <a:defRPr b="0" i="0">
                <a:latin typeface="Menlo" panose="020B0609030804020204" pitchFamily="49" charset="0"/>
                <a:cs typeface="Menlo" panose="020B0609030804020204" pitchFamily="49" charset="0"/>
              </a:defRPr>
            </a:lvl3pPr>
            <a:lvl4pPr marL="1371600" indent="0">
              <a:buNone/>
              <a:defRPr b="0" i="0">
                <a:latin typeface="Menlo" panose="020B0609030804020204" pitchFamily="49" charset="0"/>
                <a:cs typeface="Menlo" panose="020B0609030804020204" pitchFamily="49" charset="0"/>
              </a:defRPr>
            </a:lvl4pPr>
            <a:lvl5pPr marL="1828800" indent="0">
              <a:buNone/>
              <a:defRPr b="0" i="0">
                <a:latin typeface="Menlo" panose="020B0609030804020204" pitchFamily="49" charset="0"/>
                <a:cs typeface="Menlo" panose="020B0609030804020204" pitchFamily="49" charset="0"/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8AFC3D3-E867-A79C-751B-A29BC828B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00388-7A7F-6140-BD31-ECC958CE6EBB}" type="datetimeFigureOut">
              <a:rPr kumimoji="1" lang="zh-TW" altLang="en-US" smtClean="0"/>
              <a:t>2025/7/16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F4AECFD-E845-4442-4D0B-84E46627E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8683CE7-33E5-8901-66D3-E0003C32E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0ED97-26B9-084B-9516-AB8F742B6D2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01836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079DD2-EE26-A7EA-8518-BCB460C40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729" y="1709738"/>
            <a:ext cx="1154654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A47B71F-36CC-CBB8-E7B4-F7BF44B7D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2729" y="4589463"/>
            <a:ext cx="11546542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B3938A5-2C98-4BB0-AF7A-7C0109C68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00388-7A7F-6140-BD31-ECC958CE6EBB}" type="datetimeFigureOut">
              <a:rPr kumimoji="1" lang="zh-TW" altLang="en-US" smtClean="0"/>
              <a:t>2025/7/16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FD0EEFC-E6C7-A0F2-F2AD-46EC0EB98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2116653-1C95-DDC7-717B-575569484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0ED97-26B9-084B-9516-AB8F742B6D2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14503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9786D2-E1F6-EB80-5561-7938544D1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347E9AB-98ED-6B71-20C9-37FC7E9A80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2729" y="1825625"/>
            <a:ext cx="5697071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F2C10FE-9B9A-2AF7-F28D-EFF79D5D30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704242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B81234-D2DE-2E14-0C2A-D91760408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00388-7A7F-6140-BD31-ECC958CE6EBB}" type="datetimeFigureOut">
              <a:rPr kumimoji="1" lang="zh-TW" altLang="en-US" smtClean="0"/>
              <a:t>2025/7/16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C80DA40-D900-113A-CC4F-E6FA39337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9416A48-B8A9-1F4A-81E6-9B91729B0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0ED97-26B9-084B-9516-AB8F742B6D2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32421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DD9131-B8F0-A508-90E4-8B45EDC5D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728" y="365125"/>
            <a:ext cx="11546542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576304B-C7A4-486F-BFD6-976D35451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2730" y="1681163"/>
            <a:ext cx="567484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015B711-B0CF-51B0-284D-0AE5B27B7F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2730" y="2505075"/>
            <a:ext cx="5674846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1E8207B-74A8-9C52-A948-D39880BA4B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69707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13539B1-796C-858F-E229-1255EE06DC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697070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F9BCBB0-CDB8-E2DA-EB1F-460430870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00388-7A7F-6140-BD31-ECC958CE6EBB}" type="datetimeFigureOut">
              <a:rPr kumimoji="1" lang="zh-TW" altLang="en-US" smtClean="0"/>
              <a:t>2025/7/16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58BD618-A83A-4872-E196-A68026DBE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77B3E21-229A-7C83-2DE6-37FC5FA9D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0ED97-26B9-084B-9516-AB8F742B6D2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46164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00A18A-438E-A119-F0DA-934CABAC4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7E99309-0D54-F126-43E2-D9A4B9239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00388-7A7F-6140-BD31-ECC958CE6EBB}" type="datetimeFigureOut">
              <a:rPr kumimoji="1" lang="zh-TW" altLang="en-US" smtClean="0"/>
              <a:t>2025/7/16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EBB7394-B9A0-D894-C087-9DAEE40EE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DA842A6-82CC-13CC-E1A1-8BF4DF18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0ED97-26B9-084B-9516-AB8F742B6D2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70147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A21BBB6-467D-0582-F030-BFC601D04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00388-7A7F-6140-BD31-ECC958CE6EBB}" type="datetimeFigureOut">
              <a:rPr kumimoji="1" lang="zh-TW" altLang="en-US" smtClean="0"/>
              <a:t>2025/7/16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0960FC7-779A-42AC-C88A-2D9BB8EDB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07C98B1-B60F-4E96-AF0F-A00AFD1B0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0ED97-26B9-084B-9516-AB8F742B6D2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293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2BCEC1-9718-BA30-3798-B2C1DFA47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45EB453-072D-555B-0942-6E41AFD45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61112C9-FF3A-FC58-5E8A-EB1CF3120D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D468F64-2B3E-D7D8-82C0-2D395BEC0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00388-7A7F-6140-BD31-ECC958CE6EBB}" type="datetimeFigureOut">
              <a:rPr kumimoji="1" lang="zh-TW" altLang="en-US" smtClean="0"/>
              <a:t>2025/7/16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7838601-95A9-FEE6-6FF9-6501F2304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169CB28-EAE5-6072-09D5-7E58EC2E2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0ED97-26B9-084B-9516-AB8F742B6D2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713686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2A443B-C726-5AA0-0E5D-D98ED4A9B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1C3AF48-2FBB-52DE-64DC-B4DB9990DE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zh-TW" altLang="en-US"/>
              <a:t>按一下圖示以新增圖片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C2E96F6-70DB-BD22-A626-568ED50D27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B985DDD-2176-7CD0-8691-9808D5D92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00388-7A7F-6140-BD31-ECC958CE6EBB}" type="datetimeFigureOut">
              <a:rPr kumimoji="1" lang="zh-TW" altLang="en-US" smtClean="0"/>
              <a:t>2025/7/16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CAB0BDE-9847-4FEA-EDA8-649BA3B24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6505524-4BBC-38CB-A030-B39E3ECED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0ED97-26B9-084B-9516-AB8F742B6D2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217066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1AD9AD-386C-69BF-6E58-39F6B13FC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B38BCBD-35E6-9165-382D-984DAA41B7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BB4C7A9-624E-63BE-2D08-4A149A075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00388-7A7F-6140-BD31-ECC958CE6EBB}" type="datetimeFigureOut">
              <a:rPr kumimoji="1" lang="zh-TW" altLang="en-US" smtClean="0"/>
              <a:t>2025/7/16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C087B25-95DA-D9B4-3948-1F9C93285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B8532CA-8C84-1C65-45AC-1485FD4FF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0ED97-26B9-084B-9516-AB8F742B6D2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963533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18B4925-D8A9-92E7-D91B-2B5E8059DF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9E7E07B-DD81-D5BC-6C40-0B31A5FB8B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70DE6D3-9FFA-012E-029D-B90E24E5D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00388-7A7F-6140-BD31-ECC958CE6EBB}" type="datetimeFigureOut">
              <a:rPr kumimoji="1" lang="zh-TW" altLang="en-US" smtClean="0"/>
              <a:t>2025/7/16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3B333C3-188D-1D8A-F23A-09580F66E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8478822-FB43-0946-F030-E77960E35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0ED97-26B9-084B-9516-AB8F742B6D2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06586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E2EDFFB-B654-5921-6443-FA976715B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729" y="365125"/>
            <a:ext cx="1155371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AEF79F5-6DF6-7C39-292D-60AD66800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2729" y="1825625"/>
            <a:ext cx="11553713" cy="43513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8483B9D-3FA8-385F-17A6-02D3B2D620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2272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Yuanti TC" panose="02010600040101010101" pitchFamily="2" charset="-120"/>
                <a:ea typeface="Yuanti TC" panose="02010600040101010101" pitchFamily="2" charset="-120"/>
              </a:defRPr>
            </a:lvl1pPr>
          </a:lstStyle>
          <a:p>
            <a:fld id="{39300388-7A7F-6140-BD31-ECC958CE6EBB}" type="datetimeFigureOut">
              <a:rPr kumimoji="1" lang="zh-TW" altLang="en-US" smtClean="0"/>
              <a:pPr/>
              <a:t>2025/7/16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B317AF3-4AF4-C843-C230-23748D2B39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Yuanti TC" panose="02010600040101010101" pitchFamily="2" charset="-120"/>
                <a:ea typeface="Yuanti TC" panose="02010600040101010101" pitchFamily="2" charset="-120"/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3D8A343-4EA4-FEB8-CC36-1382567D7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26071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Yuanti TC" panose="02010600040101010101" pitchFamily="2" charset="-120"/>
                <a:ea typeface="Yuanti TC" panose="02010600040101010101" pitchFamily="2" charset="-120"/>
              </a:defRPr>
            </a:lvl1pPr>
          </a:lstStyle>
          <a:p>
            <a:fld id="{B310ED97-26B9-084B-9516-AB8F742B6D2B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72425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60" r:id="rId4"/>
    <p:sldLayoutId id="2147483662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Yuanti TC" panose="02010600040101010101" pitchFamily="2" charset="-120"/>
          <a:ea typeface="Yuanti TC" panose="02010600040101010101" pitchFamily="2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Yuanti TC" panose="02010600040101010101" pitchFamily="2" charset="-120"/>
          <a:ea typeface="Yuanti TC" panose="02010600040101010101" pitchFamily="2" charset="-120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Yuanti TC" panose="02010600040101010101" pitchFamily="2" charset="-120"/>
          <a:ea typeface="Yuanti TC" panose="02010600040101010101" pitchFamily="2" charset="-120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Yuanti TC" panose="02010600040101010101" pitchFamily="2" charset="-120"/>
          <a:ea typeface="Yuanti TC" panose="02010600040101010101" pitchFamily="2" charset="-120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Yuanti TC" panose="02010600040101010101" pitchFamily="2" charset="-120"/>
          <a:ea typeface="Yuanti TC" panose="02010600040101010101" pitchFamily="2" charset="-120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Yuanti TC" panose="02010600040101010101" pitchFamily="2" charset="-120"/>
          <a:ea typeface="Yuanti TC" panose="02010600040101010101" pitchFamily="2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47902F78-8E73-F168-0CFC-B81D1D78C3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假伯濕還是喬治汝卡濕</a:t>
            </a:r>
            <a:br>
              <a:rPr lang="zh-TW" altLang="en-US" dirty="0"/>
            </a:br>
            <a:endParaRPr lang="zh-TW" altLang="en-US" dirty="0"/>
          </a:p>
        </p:txBody>
      </p:sp>
      <p:sp>
        <p:nvSpPr>
          <p:cNvPr id="5" name="副標題 4">
            <a:extLst>
              <a:ext uri="{FF2B5EF4-FFF2-40B4-BE49-F238E27FC236}">
                <a16:creationId xmlns:a16="http://schemas.microsoft.com/office/drawing/2014/main" id="{EB1944B8-D698-6842-8116-42280E7440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20250717</a:t>
            </a:r>
            <a:r>
              <a:rPr lang="zh-TW" altLang="en-US" dirty="0"/>
              <a:t> 簡報與影片生成</a:t>
            </a:r>
          </a:p>
        </p:txBody>
      </p:sp>
    </p:spTree>
    <p:extLst>
      <p:ext uri="{BB962C8B-B14F-4D97-AF65-F5344CB8AC3E}">
        <p14:creationId xmlns:p14="http://schemas.microsoft.com/office/powerpoint/2010/main" val="993773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EC2DB3A1-A00F-E499-0580-29D11FE72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先談談風花雪月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B5CC268-EAAF-F663-CD76-9394787E6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zh-TW" altLang="en-US" dirty="0"/>
              <a:t>魯卡斯 與 賈伯斯</a:t>
            </a:r>
          </a:p>
        </p:txBody>
      </p:sp>
    </p:spTree>
    <p:extLst>
      <p:ext uri="{BB962C8B-B14F-4D97-AF65-F5344CB8AC3E}">
        <p14:creationId xmlns:p14="http://schemas.microsoft.com/office/powerpoint/2010/main" val="1536978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1A36FD2C-BEB9-8504-75B8-8C27A3FE3A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56381"/>
            <a:ext cx="5697070" cy="823912"/>
          </a:xfrm>
        </p:spPr>
        <p:txBody>
          <a:bodyPr>
            <a:normAutofit/>
          </a:bodyPr>
          <a:lstStyle/>
          <a:p>
            <a:r>
              <a:rPr lang="zh-TW" altLang="en-US" sz="3200" dirty="0"/>
              <a:t>喬治</a:t>
            </a:r>
            <a:r>
              <a:rPr lang="en-US" altLang="zh-TW" sz="3200" dirty="0"/>
              <a:t>·</a:t>
            </a:r>
            <a:r>
              <a:rPr lang="zh-TW" altLang="en-US" sz="3200" dirty="0"/>
              <a:t>盧卡斯</a:t>
            </a:r>
            <a:r>
              <a:rPr lang="en-US" altLang="zh-TW" sz="3200" dirty="0"/>
              <a:t> - George Lucas</a:t>
            </a:r>
            <a:endParaRPr lang="zh-TW" altLang="en-US" sz="3200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068787CD-20FF-9637-C513-B89588719B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90414" y="1179095"/>
            <a:ext cx="5697070" cy="5010568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/>
              <a:t>1944</a:t>
            </a:r>
            <a:r>
              <a:rPr lang="zh-TW" altLang="en-US" dirty="0"/>
              <a:t>年生（</a:t>
            </a:r>
            <a:r>
              <a:rPr lang="en-US" altLang="zh-TW" dirty="0"/>
              <a:t>81</a:t>
            </a:r>
            <a:r>
              <a:rPr lang="zh-TW" altLang="en-US" dirty="0"/>
              <a:t>歲）</a:t>
            </a:r>
            <a:endParaRPr lang="en-US" altLang="zh-TW" dirty="0"/>
          </a:p>
          <a:p>
            <a:r>
              <a:rPr lang="zh-TW" altLang="en-US" dirty="0"/>
              <a:t>電影導演、製片人和編劇</a:t>
            </a:r>
            <a:endParaRPr lang="en-US" altLang="zh-TW" dirty="0"/>
          </a:p>
          <a:p>
            <a:r>
              <a:rPr lang="zh-TW" altLang="en-US" dirty="0"/>
              <a:t>星際大戰系列電影</a:t>
            </a:r>
            <a:endParaRPr lang="en-US" altLang="zh-TW" dirty="0"/>
          </a:p>
          <a:p>
            <a:r>
              <a:rPr lang="zh-TW" altLang="en-US" dirty="0"/>
              <a:t>印第安納瓊斯系列電影</a:t>
            </a:r>
            <a:endParaRPr lang="en-US" altLang="zh-TW" dirty="0"/>
          </a:p>
          <a:p>
            <a:r>
              <a:rPr lang="en-US" altLang="zh-TW" dirty="0"/>
              <a:t>Lucas</a:t>
            </a:r>
            <a:r>
              <a:rPr lang="zh-TW" altLang="en-US" dirty="0"/>
              <a:t>影業創辦人</a:t>
            </a:r>
            <a:endParaRPr lang="en-US" altLang="zh-TW" dirty="0"/>
          </a:p>
          <a:p>
            <a:pPr lvl="1"/>
            <a:r>
              <a:rPr lang="zh-TW" altLang="en-US" dirty="0"/>
              <a:t>電影視覺特效</a:t>
            </a:r>
            <a:endParaRPr lang="en-US" altLang="zh-TW" dirty="0"/>
          </a:p>
          <a:p>
            <a:pPr lvl="1"/>
            <a:r>
              <a:rPr lang="zh-TW" altLang="en-US" dirty="0"/>
              <a:t>聲音特效</a:t>
            </a:r>
            <a:endParaRPr lang="en-US" altLang="zh-TW" dirty="0"/>
          </a:p>
          <a:p>
            <a:pPr lvl="1"/>
            <a:r>
              <a:rPr lang="zh-TW" altLang="en-US" dirty="0"/>
              <a:t>電腦動畫</a:t>
            </a:r>
            <a:endParaRPr lang="en-US" altLang="zh-TW" dirty="0"/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1C6BDD85-6D75-61C9-FCF4-61E042723A8D}"/>
              </a:ext>
            </a:extLst>
          </p:cNvPr>
          <p:cNvGrpSpPr/>
          <p:nvPr/>
        </p:nvGrpSpPr>
        <p:grpSpPr>
          <a:xfrm>
            <a:off x="304516" y="1266616"/>
            <a:ext cx="5697070" cy="4324768"/>
            <a:chOff x="6096000" y="2001839"/>
            <a:chExt cx="5780442" cy="4355598"/>
          </a:xfrm>
        </p:grpSpPr>
        <p:pic>
          <p:nvPicPr>
            <p:cNvPr id="14" name="Picture 4">
              <a:extLst>
                <a:ext uri="{FF2B5EF4-FFF2-40B4-BE49-F238E27FC236}">
                  <a16:creationId xmlns:a16="http://schemas.microsoft.com/office/drawing/2014/main" id="{4DE63156-45BF-79EC-11F5-C7AC5A66F3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00" y="2001839"/>
              <a:ext cx="3658676" cy="43513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6" descr="星戰] 喬治魯卡斯說好萊塢沒原創製片廠沒想像- C_Chat板- Disp BBS">
              <a:extLst>
                <a:ext uri="{FF2B5EF4-FFF2-40B4-BE49-F238E27FC236}">
                  <a16:creationId xmlns:a16="http://schemas.microsoft.com/office/drawing/2014/main" id="{F373D4C6-7CB6-C156-6891-5FAF66489DA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548" r="32491"/>
            <a:stretch>
              <a:fillRect/>
            </a:stretch>
          </p:blipFill>
          <p:spPr bwMode="auto">
            <a:xfrm>
              <a:off x="9169337" y="2001839"/>
              <a:ext cx="2707105" cy="43555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86761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>
            <a:extLst>
              <a:ext uri="{FF2B5EF4-FFF2-40B4-BE49-F238E27FC236}">
                <a16:creationId xmlns:a16="http://schemas.microsoft.com/office/drawing/2014/main" id="{F41AD3F0-5D4C-3E9D-0FA5-DA148C507F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578" y="101447"/>
            <a:ext cx="10648169" cy="6655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6343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EFF34753-1F3F-17DC-2931-21B3861EF0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950" y="114300"/>
            <a:ext cx="9944099" cy="6629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1610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728D9-4FFE-21DF-D5CD-6D34AEE35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6B549F1-2AF8-569E-D2BD-D5967BBAA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2730" y="256381"/>
            <a:ext cx="5674846" cy="823912"/>
          </a:xfrm>
        </p:spPr>
        <p:txBody>
          <a:bodyPr>
            <a:normAutofit/>
          </a:bodyPr>
          <a:lstStyle/>
          <a:p>
            <a:r>
              <a:rPr lang="zh-TW" altLang="en-US" sz="3200" dirty="0"/>
              <a:t>史蒂夫</a:t>
            </a:r>
            <a:r>
              <a:rPr lang="en-US" altLang="zh-TW" sz="3200" dirty="0"/>
              <a:t>·</a:t>
            </a:r>
            <a:r>
              <a:rPr lang="zh-TW" altLang="en-US" sz="3200" dirty="0"/>
              <a:t>賈伯斯 </a:t>
            </a:r>
            <a:r>
              <a:rPr lang="en-US" altLang="zh-TW" sz="3200" dirty="0"/>
              <a:t>- Steve Jobs</a:t>
            </a:r>
            <a:endParaRPr lang="zh-TW" altLang="en-US" sz="3200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46E46E1-1906-FCD6-C8E8-7A8791CBE4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6742" y="1179095"/>
            <a:ext cx="5674846" cy="5010568"/>
          </a:xfrm>
        </p:spPr>
        <p:txBody>
          <a:bodyPr>
            <a:normAutofit fontScale="55000" lnSpcReduction="20000"/>
          </a:bodyPr>
          <a:lstStyle/>
          <a:p>
            <a:r>
              <a:rPr lang="en-US" altLang="zh-TW" dirty="0"/>
              <a:t>1955</a:t>
            </a:r>
            <a:r>
              <a:rPr lang="zh-TW" altLang="en-US" dirty="0"/>
              <a:t>年生， </a:t>
            </a:r>
            <a:r>
              <a:rPr lang="en-US" altLang="zh-TW" dirty="0"/>
              <a:t>2011</a:t>
            </a:r>
            <a:r>
              <a:rPr lang="zh-TW" altLang="en-US" dirty="0"/>
              <a:t>過世（</a:t>
            </a:r>
            <a:r>
              <a:rPr lang="en-US" altLang="zh-TW" dirty="0"/>
              <a:t>56</a:t>
            </a:r>
            <a:r>
              <a:rPr lang="zh-TW" altLang="en-US" dirty="0"/>
              <a:t>歲）</a:t>
            </a:r>
            <a:endParaRPr lang="en-US" altLang="zh-TW" dirty="0"/>
          </a:p>
          <a:p>
            <a:r>
              <a:rPr lang="zh-TW" altLang="en-US" dirty="0"/>
              <a:t>發明家、企業家、行銷天才</a:t>
            </a:r>
            <a:endParaRPr lang="en-US" altLang="zh-TW" dirty="0"/>
          </a:p>
          <a:p>
            <a:r>
              <a:rPr lang="zh-TW" altLang="en-US" dirty="0"/>
              <a:t>蘋果電腦創辦人</a:t>
            </a:r>
            <a:endParaRPr lang="en-US" altLang="zh-TW" dirty="0"/>
          </a:p>
          <a:p>
            <a:pPr lvl="1"/>
            <a:r>
              <a:rPr lang="zh-TW" altLang="en-US" dirty="0"/>
              <a:t>麥金塔電腦</a:t>
            </a:r>
            <a:endParaRPr lang="en-US" altLang="zh-TW" dirty="0"/>
          </a:p>
          <a:p>
            <a:r>
              <a:rPr lang="en-US" altLang="zh-TW" dirty="0"/>
              <a:t>NeXT</a:t>
            </a:r>
            <a:r>
              <a:rPr lang="zh-TW" altLang="en-US" dirty="0"/>
              <a:t>電腦創辦人</a:t>
            </a:r>
            <a:endParaRPr lang="en-US" altLang="zh-TW" dirty="0"/>
          </a:p>
          <a:p>
            <a:pPr lvl="1"/>
            <a:r>
              <a:rPr lang="en-US" altLang="zh-TW" dirty="0" err="1"/>
              <a:t>NeXTCube</a:t>
            </a:r>
            <a:r>
              <a:rPr lang="en-US" altLang="zh-TW" dirty="0"/>
              <a:t>, </a:t>
            </a:r>
            <a:r>
              <a:rPr lang="en-US" altLang="zh-TW" dirty="0" err="1"/>
              <a:t>NeXTSTEP</a:t>
            </a:r>
            <a:endParaRPr lang="en-US" altLang="zh-TW" dirty="0"/>
          </a:p>
          <a:p>
            <a:pPr lvl="2"/>
            <a:r>
              <a:rPr lang="en-US" altLang="zh-TW" dirty="0"/>
              <a:t>www</a:t>
            </a:r>
            <a:r>
              <a:rPr lang="zh-TW" altLang="en-US" dirty="0"/>
              <a:t>網際網路的催生</a:t>
            </a:r>
            <a:endParaRPr lang="en-US" altLang="zh-TW" dirty="0"/>
          </a:p>
          <a:p>
            <a:pPr lvl="2"/>
            <a:r>
              <a:rPr lang="en-US" altLang="zh-TW" dirty="0"/>
              <a:t>Mac OS X </a:t>
            </a:r>
            <a:r>
              <a:rPr lang="zh-TW" altLang="en-US" dirty="0"/>
              <a:t>的前生</a:t>
            </a:r>
            <a:endParaRPr lang="en-US" altLang="zh-TW" dirty="0"/>
          </a:p>
          <a:p>
            <a:r>
              <a:rPr lang="en-US" altLang="zh-TW" dirty="0"/>
              <a:t>Pixar</a:t>
            </a:r>
            <a:r>
              <a:rPr lang="zh-TW" altLang="en-US" dirty="0"/>
              <a:t>工作室創辦人</a:t>
            </a:r>
            <a:endParaRPr lang="en-US" altLang="zh-TW" dirty="0"/>
          </a:p>
          <a:p>
            <a:pPr lvl="1"/>
            <a:r>
              <a:rPr lang="en-US" altLang="zh-TW" dirty="0"/>
              <a:t>Toy Story </a:t>
            </a:r>
            <a:r>
              <a:rPr lang="zh-TW" altLang="en-US" dirty="0"/>
              <a:t>玩具總動員</a:t>
            </a:r>
            <a:endParaRPr lang="en-US" altLang="zh-TW" dirty="0"/>
          </a:p>
          <a:p>
            <a:pPr lvl="1"/>
            <a:r>
              <a:rPr lang="en-US" altLang="zh-TW" dirty="0"/>
              <a:t>Inside Out </a:t>
            </a:r>
            <a:r>
              <a:rPr lang="zh-TW" altLang="en-US" dirty="0"/>
              <a:t>腦筋急轉彎</a:t>
            </a:r>
            <a:endParaRPr lang="en-US" altLang="zh-TW" dirty="0"/>
          </a:p>
          <a:p>
            <a:r>
              <a:rPr lang="zh-TW" altLang="en-US" dirty="0"/>
              <a:t>起死回生的蘋果電腦</a:t>
            </a:r>
            <a:endParaRPr lang="en-US" altLang="zh-TW" dirty="0"/>
          </a:p>
          <a:p>
            <a:pPr lvl="1"/>
            <a:r>
              <a:rPr lang="en-US" altLang="zh-TW" dirty="0"/>
              <a:t>iPod</a:t>
            </a:r>
            <a:r>
              <a:rPr lang="zh-TW" altLang="en-US" dirty="0"/>
              <a:t>、</a:t>
            </a:r>
            <a:r>
              <a:rPr lang="en-US" altLang="zh-TW" dirty="0"/>
              <a:t>iPhone</a:t>
            </a:r>
            <a:r>
              <a:rPr lang="zh-TW" altLang="en-US" dirty="0"/>
              <a:t>、</a:t>
            </a:r>
            <a:r>
              <a:rPr lang="en-US" altLang="zh-TW" dirty="0"/>
              <a:t>iPad</a:t>
            </a:r>
          </a:p>
          <a:p>
            <a:pPr lvl="1"/>
            <a:r>
              <a:rPr lang="en-US" altLang="zh-TW" dirty="0"/>
              <a:t>mac</a:t>
            </a:r>
            <a:endParaRPr lang="zh-TW" altLang="en-US" dirty="0"/>
          </a:p>
        </p:txBody>
      </p:sp>
      <p:pic>
        <p:nvPicPr>
          <p:cNvPr id="10" name="Picture 2" descr="Steve Jobs in 1984 and 2006.">
            <a:extLst>
              <a:ext uri="{FF2B5EF4-FFF2-40B4-BE49-F238E27FC236}">
                <a16:creationId xmlns:a16="http://schemas.microsoft.com/office/drawing/2014/main" id="{E1D9DAD0-DC6A-CFBF-2DE9-3143A0B8CB31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0" t="-343" r="3859" b="343"/>
          <a:stretch>
            <a:fillRect/>
          </a:stretch>
        </p:blipFill>
        <p:spPr bwMode="auto">
          <a:xfrm>
            <a:off x="5274413" y="1033275"/>
            <a:ext cx="6590845" cy="5302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9444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A01BAB0-E2A0-2372-38FC-A9A4CC414F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0"/>
            <a:ext cx="109728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4689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02391E98-E45C-CCA7-B219-A8C94E271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1971 </a:t>
            </a:r>
            <a:r>
              <a:rPr lang="zh-TW" altLang="en-US" dirty="0"/>
              <a:t>魯卡斯成立魯卡斯影業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1976 </a:t>
            </a:r>
            <a:r>
              <a:rPr lang="zh-TW" altLang="en-US" dirty="0"/>
              <a:t>賈伯斯成立蘋果公司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1985</a:t>
            </a:r>
            <a:r>
              <a:rPr lang="zh-TW" altLang="en-US" dirty="0"/>
              <a:t> 賈伯斯被迫離開蘋果，成立</a:t>
            </a:r>
            <a:r>
              <a:rPr lang="en-US" altLang="zh-TW" dirty="0"/>
              <a:t>NeXT</a:t>
            </a:r>
            <a:r>
              <a:rPr lang="zh-TW" altLang="en-US" dirty="0"/>
              <a:t>公司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1986</a:t>
            </a:r>
            <a:r>
              <a:rPr lang="zh-TW" altLang="en-US" dirty="0"/>
              <a:t> 賈伯斯買下魯卡斯影業的動畫部門，成立皮克斯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2006</a:t>
            </a:r>
            <a:r>
              <a:rPr lang="zh-TW" altLang="en-US" dirty="0"/>
              <a:t> 皮克斯被迪士尼收購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2012 </a:t>
            </a:r>
            <a:r>
              <a:rPr lang="zh-TW" altLang="en-US" dirty="0"/>
              <a:t>魯卡斯影業迪士尼收購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275744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F6022F82-5CA7-D263-BD05-41DF3B93C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言歸正傳 </a:t>
            </a:r>
            <a:r>
              <a:rPr lang="en-US" altLang="zh-TW" dirty="0"/>
              <a:t>– </a:t>
            </a:r>
            <a:r>
              <a:rPr lang="zh-TW" altLang="en-US" dirty="0"/>
              <a:t>簡報生成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4EE28A4-1D97-BA7D-2DEF-39369B88E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70000"/>
              </a:lnSpc>
            </a:pPr>
            <a:r>
              <a:rPr lang="en-US" altLang="zh-TW" dirty="0"/>
              <a:t>Gamma (https://</a:t>
            </a:r>
            <a:r>
              <a:rPr lang="en-US" altLang="zh-TW" dirty="0" err="1"/>
              <a:t>gamma.app</a:t>
            </a:r>
            <a:r>
              <a:rPr lang="en-US" altLang="zh-TW" dirty="0"/>
              <a:t>/)</a:t>
            </a:r>
          </a:p>
          <a:p>
            <a:pPr lvl="1">
              <a:lnSpc>
                <a:spcPct val="170000"/>
              </a:lnSpc>
            </a:pPr>
            <a:r>
              <a:rPr lang="en-US" altLang="zh-TW" dirty="0"/>
              <a:t>Gamma </a:t>
            </a:r>
            <a:r>
              <a:rPr lang="zh-TW" altLang="en-US" dirty="0"/>
              <a:t>是個免費的</a:t>
            </a:r>
            <a:r>
              <a:rPr lang="en-US" altLang="zh-TW" dirty="0"/>
              <a:t>AI</a:t>
            </a:r>
            <a:r>
              <a:rPr lang="zh-TW" altLang="en-US" dirty="0"/>
              <a:t>生成工具，可一鍵生成簡報、網頁和文件，節省大量簡報製作時間。過程以聊天對話進行，完成簡報雛形後也可以進行調整。</a:t>
            </a:r>
          </a:p>
          <a:p>
            <a:pPr lvl="1">
              <a:lnSpc>
                <a:spcPct val="170000"/>
              </a:lnSpc>
            </a:pPr>
            <a:r>
              <a:rPr lang="en-US" altLang="zh-TW" dirty="0"/>
              <a:t>Gamma </a:t>
            </a:r>
            <a:r>
              <a:rPr lang="zh-TW" altLang="en-US" dirty="0"/>
              <a:t>擁有大量的視覺模板、素材模組可以套用，內建圖片搜尋功能，可以直接從網路搜尋插入圖庫圖片，支援嵌入多種第三方服務，包含網頁和應用程式、</a:t>
            </a:r>
            <a:r>
              <a:rPr lang="en-US" altLang="zh-TW" dirty="0"/>
              <a:t>Google Drive</a:t>
            </a:r>
            <a:r>
              <a:rPr lang="zh-TW" altLang="en-US" dirty="0"/>
              <a:t>、</a:t>
            </a:r>
            <a:r>
              <a:rPr lang="en-US" altLang="zh-TW" dirty="0"/>
              <a:t>Airtable</a:t>
            </a:r>
            <a:r>
              <a:rPr lang="zh-TW" altLang="en-US" dirty="0"/>
              <a:t>、</a:t>
            </a:r>
            <a:r>
              <a:rPr lang="en-US" altLang="zh-TW" dirty="0"/>
              <a:t>Office365</a:t>
            </a:r>
            <a:r>
              <a:rPr lang="zh-TW" altLang="en-US" dirty="0"/>
              <a:t>等。影音支援 </a:t>
            </a:r>
            <a:r>
              <a:rPr lang="en-US" altLang="zh-TW" dirty="0" err="1"/>
              <a:t>Youtube</a:t>
            </a:r>
            <a:r>
              <a:rPr lang="zh-TW" altLang="en-US" dirty="0"/>
              <a:t>、</a:t>
            </a:r>
            <a:r>
              <a:rPr lang="en-US" altLang="zh-TW" dirty="0"/>
              <a:t>Vimeo</a:t>
            </a:r>
            <a:r>
              <a:rPr lang="zh-TW" altLang="en-US" dirty="0"/>
              <a:t>、</a:t>
            </a:r>
            <a:r>
              <a:rPr lang="en-US" altLang="zh-TW" dirty="0"/>
              <a:t>TikTok</a:t>
            </a:r>
            <a:r>
              <a:rPr lang="zh-TW" altLang="en-US" dirty="0"/>
              <a:t>、</a:t>
            </a:r>
            <a:r>
              <a:rPr lang="en-US" altLang="zh-TW" dirty="0"/>
              <a:t>Spotify </a:t>
            </a:r>
            <a:r>
              <a:rPr lang="zh-TW" altLang="en-US" dirty="0"/>
              <a:t>等。</a:t>
            </a:r>
          </a:p>
          <a:p>
            <a:pPr lvl="1">
              <a:lnSpc>
                <a:spcPct val="170000"/>
              </a:lnSpc>
            </a:pPr>
            <a:r>
              <a:rPr lang="zh-TW" altLang="en-US" dirty="0"/>
              <a:t>相比於一般的簡報工具如：</a:t>
            </a:r>
            <a:r>
              <a:rPr lang="en-US" altLang="zh-TW" dirty="0"/>
              <a:t>Microsoft PowerPoint</a:t>
            </a:r>
            <a:r>
              <a:rPr lang="zh-TW" altLang="en-US" dirty="0"/>
              <a:t>、</a:t>
            </a:r>
            <a:r>
              <a:rPr lang="en-US" altLang="zh-TW" dirty="0"/>
              <a:t>Google Slides</a:t>
            </a:r>
            <a:r>
              <a:rPr lang="zh-TW" altLang="en-US" dirty="0"/>
              <a:t>，或</a:t>
            </a:r>
            <a:r>
              <a:rPr lang="en-US" altLang="zh-TW" dirty="0"/>
              <a:t>Canva</a:t>
            </a:r>
            <a:r>
              <a:rPr lang="zh-TW" altLang="en-US" dirty="0"/>
              <a:t>等，</a:t>
            </a:r>
            <a:r>
              <a:rPr lang="en-US" altLang="zh-TW" dirty="0"/>
              <a:t>Gamma</a:t>
            </a:r>
            <a:r>
              <a:rPr lang="zh-TW" altLang="en-US" dirty="0"/>
              <a:t>的 自由度較低，無法任意調整簡報樣式，對不懂簡報設計的用戶來說，確保簡報可以維持一定程度的美感，但對於擅長簡報設計的使用者來說，則可能會感到受制。</a:t>
            </a:r>
          </a:p>
        </p:txBody>
      </p:sp>
    </p:spTree>
    <p:extLst>
      <p:ext uri="{BB962C8B-B14F-4D97-AF65-F5344CB8AC3E}">
        <p14:creationId xmlns:p14="http://schemas.microsoft.com/office/powerpoint/2010/main" val="1401249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A4ECE0-435A-D4C3-795E-6D9FC382C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Gamma </a:t>
            </a:r>
            <a:r>
              <a:rPr lang="zh-TW" altLang="en-US" dirty="0"/>
              <a:t>的優勢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829919A-C5A4-7D7F-D15B-3A48EFD250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強大 </a:t>
            </a:r>
            <a:r>
              <a:rPr lang="en-US" altLang="zh-TW" dirty="0"/>
              <a:t>AI </a:t>
            </a:r>
            <a:r>
              <a:rPr lang="zh-TW" altLang="en-US" dirty="0"/>
              <a:t>功能，快速生成大綱、內容、版面。</a:t>
            </a:r>
          </a:p>
          <a:p>
            <a:r>
              <a:rPr lang="zh-TW" altLang="en-US" dirty="0"/>
              <a:t>一頁式滾動介面，操作直覺。</a:t>
            </a:r>
          </a:p>
          <a:p>
            <a:r>
              <a:rPr lang="zh-TW" altLang="en-US" dirty="0"/>
              <a:t>支援多個第三方服務、影音平台、圖庫。</a:t>
            </a:r>
          </a:p>
          <a:p>
            <a:r>
              <a:rPr lang="zh-TW" altLang="en-US" dirty="0"/>
              <a:t>可以設定隱私權限和協同合作，團員間可備註、編輯。</a:t>
            </a:r>
          </a:p>
        </p:txBody>
      </p:sp>
    </p:spTree>
    <p:extLst>
      <p:ext uri="{BB962C8B-B14F-4D97-AF65-F5344CB8AC3E}">
        <p14:creationId xmlns:p14="http://schemas.microsoft.com/office/powerpoint/2010/main" val="2640000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0C3009-1069-29A3-4C42-67E8D0F87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Napkin AI (https://</a:t>
            </a:r>
            <a:r>
              <a:rPr kumimoji="1" lang="en-US" altLang="zh-TW" dirty="0" err="1"/>
              <a:t>www.napkin.ai</a:t>
            </a:r>
            <a:r>
              <a:rPr kumimoji="1" lang="en-US" altLang="zh-TW" dirty="0"/>
              <a:t>/)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AFB9980-B9ED-384F-C62A-4E65490DC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Napkin AI</a:t>
            </a:r>
            <a:r>
              <a:rPr lang="zh-TW" altLang="en-US" dirty="0"/>
              <a:t>是一個能夠將文字轉換成視覺化圖表的</a:t>
            </a:r>
            <a:r>
              <a:rPr lang="en-US" altLang="zh-TW" dirty="0"/>
              <a:t>AI</a:t>
            </a:r>
            <a:r>
              <a:rPr lang="zh-TW" altLang="en-US" dirty="0"/>
              <a:t>工具，幫助用戶快速生成各類型的圖表，如流程圖、甘特圖、心智圖等，適合工作人士或學生在製作簡報或想為文章增添視覺內容使用，無需具備設計技巧，只需輸入文字，</a:t>
            </a:r>
            <a:r>
              <a:rPr lang="en-US" altLang="zh-TW" dirty="0"/>
              <a:t>Napkin AI</a:t>
            </a:r>
            <a:r>
              <a:rPr lang="zh-TW" altLang="en-US" dirty="0"/>
              <a:t>便能自動生成相關的圖表。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82372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6DB4C9-A9B3-1638-92DD-95691461A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Napkin AI </a:t>
            </a:r>
            <a:r>
              <a:rPr lang="zh-TW" altLang="en-US" dirty="0"/>
              <a:t>的優勢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38DE10-8BAF-BA47-CCA1-6A090096C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簡化複雜概念：</a:t>
            </a:r>
            <a:r>
              <a:rPr kumimoji="1" lang="en-US" altLang="zh-TW" dirty="0"/>
              <a:t>Napkin AI</a:t>
            </a:r>
            <a:r>
              <a:rPr kumimoji="1" lang="zh-TW" altLang="en-US" dirty="0"/>
              <a:t>能將冗長的文字內容轉化為易於理解的圖表，提升資訊的可讀性和吸引力。</a:t>
            </a:r>
          </a:p>
          <a:p>
            <a:r>
              <a:rPr kumimoji="1" lang="zh-TW" altLang="en-US" dirty="0"/>
              <a:t>高效生成：使用者可以通過複製粘貼現有文本或使用</a:t>
            </a:r>
            <a:r>
              <a:rPr kumimoji="1" lang="en-US" altLang="zh-TW" dirty="0"/>
              <a:t>AI</a:t>
            </a:r>
            <a:r>
              <a:rPr kumimoji="1" lang="zh-TW" altLang="en-US" dirty="0"/>
              <a:t>生成新內容，快速創建專業的視覺圖表，節省大量時間。</a:t>
            </a:r>
          </a:p>
          <a:p>
            <a:r>
              <a:rPr kumimoji="1" lang="zh-TW" altLang="en-US" dirty="0"/>
              <a:t>靈活編輯：生成的圖表可以進行個性化調整，包括顏色、字體和形狀。</a:t>
            </a:r>
          </a:p>
          <a:p>
            <a:r>
              <a:rPr kumimoji="1" lang="en-US" altLang="zh-TW" dirty="0"/>
              <a:t>App</a:t>
            </a:r>
            <a:r>
              <a:rPr kumimoji="1" lang="zh-TW" altLang="en-US" dirty="0"/>
              <a:t>整合 ：由</a:t>
            </a:r>
            <a:r>
              <a:rPr kumimoji="1" lang="en-US" altLang="zh-TW" dirty="0"/>
              <a:t>Napkin AI</a:t>
            </a:r>
            <a:r>
              <a:rPr kumimoji="1" lang="zh-TW" altLang="en-US" dirty="0"/>
              <a:t>生成的圖表可以下載到其餘的簡報工具後續編輯。</a:t>
            </a:r>
          </a:p>
        </p:txBody>
      </p:sp>
    </p:spTree>
    <p:extLst>
      <p:ext uri="{BB962C8B-B14F-4D97-AF65-F5344CB8AC3E}">
        <p14:creationId xmlns:p14="http://schemas.microsoft.com/office/powerpoint/2010/main" val="21915129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33B528-3918-C86E-A5D3-EF71FD02C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影片生成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F8F56F-EF52-BABC-E8E5-381CD8F3F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 err="1"/>
              <a:t>Pixverse</a:t>
            </a:r>
            <a:r>
              <a:rPr kumimoji="1" lang="en-US" altLang="zh-TW" dirty="0"/>
              <a:t> (https://</a:t>
            </a:r>
            <a:r>
              <a:rPr kumimoji="1" lang="en-US" altLang="zh-TW" dirty="0" err="1"/>
              <a:t>app.pixverse.ai</a:t>
            </a:r>
            <a:r>
              <a:rPr kumimoji="1" lang="en-US" altLang="zh-TW" dirty="0"/>
              <a:t>/)</a:t>
            </a:r>
          </a:p>
          <a:p>
            <a:pPr lvl="1"/>
            <a:r>
              <a:rPr lang="en-US" altLang="zh-TW" dirty="0" err="1"/>
              <a:t>PixVerse</a:t>
            </a:r>
            <a:r>
              <a:rPr lang="en-US" altLang="zh-TW" dirty="0"/>
              <a:t> </a:t>
            </a:r>
            <a:r>
              <a:rPr lang="zh-TW" altLang="en-US" dirty="0"/>
              <a:t>是個功能強大的 </a:t>
            </a:r>
            <a:r>
              <a:rPr lang="en-US" altLang="zh-TW" dirty="0"/>
              <a:t>AI </a:t>
            </a:r>
            <a:r>
              <a:rPr lang="zh-TW" altLang="en-US" dirty="0"/>
              <a:t>影片生成工具，支援文字、圖片和影片等多種輸入方式，能夠快速生成高品質的短影片，適合內容創作者、社群媒體經營者、教育工作者等使用。</a:t>
            </a:r>
          </a:p>
        </p:txBody>
      </p:sp>
    </p:spTree>
    <p:extLst>
      <p:ext uri="{BB962C8B-B14F-4D97-AF65-F5344CB8AC3E}">
        <p14:creationId xmlns:p14="http://schemas.microsoft.com/office/powerpoint/2010/main" val="8070930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A17C54-C4C1-E011-E5DB-DE71999CF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PixVerse</a:t>
            </a:r>
            <a:r>
              <a:rPr kumimoji="1" lang="en-US" altLang="zh-TW" dirty="0"/>
              <a:t> </a:t>
            </a:r>
            <a:r>
              <a:rPr kumimoji="1" lang="zh-TW" altLang="en-US" dirty="0"/>
              <a:t>的優勢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FBE1ECF-5235-A40B-C36B-403AC25F5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zh-TW" altLang="en-US" dirty="0"/>
              <a:t>文字轉影片（</a:t>
            </a:r>
            <a:r>
              <a:rPr lang="en-US" altLang="zh-TW" dirty="0"/>
              <a:t>Text-to-Video</a:t>
            </a:r>
            <a:r>
              <a:rPr lang="zh-TW" altLang="en-US" dirty="0"/>
              <a:t>）：輸入描述性文字，</a:t>
            </a:r>
            <a:r>
              <a:rPr lang="en-US" altLang="zh-TW" dirty="0" err="1"/>
              <a:t>PixVerse</a:t>
            </a:r>
            <a:r>
              <a:rPr lang="en-US" altLang="zh-TW" dirty="0"/>
              <a:t> </a:t>
            </a:r>
            <a:r>
              <a:rPr lang="zh-TW" altLang="en-US" dirty="0"/>
              <a:t>即可生成對應的影片內容，支援多種風格，如寫實、動漫、</a:t>
            </a:r>
            <a:r>
              <a:rPr lang="en-US" altLang="zh-TW" dirty="0"/>
              <a:t>3D </a:t>
            </a:r>
            <a:r>
              <a:rPr lang="zh-TW" altLang="en-US" dirty="0"/>
              <a:t>卡通等。</a:t>
            </a:r>
          </a:p>
          <a:p>
            <a:r>
              <a:rPr lang="zh-TW" altLang="en-US" dirty="0"/>
              <a:t>圖片轉影片（</a:t>
            </a:r>
            <a:r>
              <a:rPr lang="en-US" altLang="zh-TW" dirty="0"/>
              <a:t>Image-to-Video</a:t>
            </a:r>
            <a:r>
              <a:rPr lang="zh-TW" altLang="en-US" dirty="0"/>
              <a:t>）：上傳靜態圖片，</a:t>
            </a:r>
            <a:r>
              <a:rPr lang="en-US" altLang="zh-TW" dirty="0" err="1"/>
              <a:t>PixVerse</a:t>
            </a:r>
            <a:r>
              <a:rPr lang="en-US" altLang="zh-TW" dirty="0"/>
              <a:t> </a:t>
            </a:r>
            <a:r>
              <a:rPr lang="zh-TW" altLang="en-US" dirty="0"/>
              <a:t>能夠為其添加動態效果，讓靜態圖像「動起來」，適合製作動態海報或社群媒體內容。</a:t>
            </a:r>
          </a:p>
          <a:p>
            <a:r>
              <a:rPr lang="zh-TW" altLang="en-US" dirty="0"/>
              <a:t>影片續寫（</a:t>
            </a:r>
            <a:r>
              <a:rPr lang="en-US" altLang="zh-TW" dirty="0"/>
              <a:t>Video-to-Video</a:t>
            </a:r>
            <a:r>
              <a:rPr lang="zh-TW" altLang="en-US" dirty="0"/>
              <a:t>）：上傳原始影片片段，</a:t>
            </a:r>
            <a:r>
              <a:rPr lang="en-US" altLang="zh-TW" dirty="0" err="1"/>
              <a:t>PixVerse</a:t>
            </a:r>
            <a:r>
              <a:rPr lang="en-US" altLang="zh-TW" dirty="0"/>
              <a:t> </a:t>
            </a:r>
            <a:r>
              <a:rPr lang="zh-TW" altLang="en-US" dirty="0"/>
              <a:t>可根據提示詞延伸影片內容，實現影片的無縫續寫。</a:t>
            </a:r>
          </a:p>
          <a:p>
            <a:r>
              <a:rPr lang="en-US" altLang="zh-TW" dirty="0"/>
              <a:t>AI </a:t>
            </a:r>
            <a:r>
              <a:rPr lang="zh-TW" altLang="en-US" dirty="0"/>
              <a:t>特效模板：提供多種特效模板，如「毒液變身」、「肌肉猛男」、「功夫打鬥」等，使用者只需選擇模板，即可快速生成具有特效的影片。</a:t>
            </a:r>
          </a:p>
          <a:p>
            <a:r>
              <a:rPr lang="zh-TW" altLang="en-US" dirty="0"/>
              <a:t>角色一致性：</a:t>
            </a:r>
            <a:r>
              <a:rPr lang="en-US" altLang="zh-TW" dirty="0" err="1"/>
              <a:t>PixVerse</a:t>
            </a:r>
            <a:r>
              <a:rPr lang="en-US" altLang="zh-TW" dirty="0"/>
              <a:t> </a:t>
            </a:r>
            <a:r>
              <a:rPr lang="zh-TW" altLang="en-US" dirty="0"/>
              <a:t>支援在不同場景中保持角色的一致性，確保影片內容的連貫性。</a:t>
            </a:r>
          </a:p>
        </p:txBody>
      </p:sp>
    </p:spTree>
    <p:extLst>
      <p:ext uri="{BB962C8B-B14F-4D97-AF65-F5344CB8AC3E}">
        <p14:creationId xmlns:p14="http://schemas.microsoft.com/office/powerpoint/2010/main" val="1047307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簡報3" id="{D2E84509-721C-8D48-BF11-31D81A22ED3D}" vid="{51F1AA1C-575F-2B45-88E2-C069EC764C1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佈景主題</Template>
  <TotalTime>79</TotalTime>
  <Words>822</Words>
  <Application>Microsoft Macintosh PowerPoint</Application>
  <PresentationFormat>寬螢幕</PresentationFormat>
  <Paragraphs>60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9" baseType="lpstr">
      <vt:lpstr>Yuanti TC</vt:lpstr>
      <vt:lpstr>Arial</vt:lpstr>
      <vt:lpstr>Consolas</vt:lpstr>
      <vt:lpstr>Menlo</vt:lpstr>
      <vt:lpstr>Office 佈景主題</vt:lpstr>
      <vt:lpstr>假伯濕還是喬治汝卡濕 </vt:lpstr>
      <vt:lpstr>先談談風花雪月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言歸正傳 – 簡報生成</vt:lpstr>
      <vt:lpstr>Gamma 的優勢</vt:lpstr>
      <vt:lpstr>Napkin AI (https://www.napkin.ai/)</vt:lpstr>
      <vt:lpstr>Napkin AI 的優勢</vt:lpstr>
      <vt:lpstr>影片生成</vt:lpstr>
      <vt:lpstr>PixVerse 的優勢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宣哲 楊</dc:creator>
  <cp:lastModifiedBy>宣哲 楊</cp:lastModifiedBy>
  <cp:revision>4</cp:revision>
  <dcterms:created xsi:type="dcterms:W3CDTF">2025-07-16T05:34:20Z</dcterms:created>
  <dcterms:modified xsi:type="dcterms:W3CDTF">2025-07-16T06:56:00Z</dcterms:modified>
</cp:coreProperties>
</file>